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6BE1-B59C-4392-848E-D878C5E4C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AE5F2-296E-423E-B66E-3150C6C0D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9EA55-ED63-43B2-B42C-540DFB90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C601C-3BD0-45F9-9E9F-2A3ECB14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C245-34D7-44BE-BA83-1188669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0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BA59-4C64-48B3-878F-B3F00634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B66A8-7C72-48AC-8B01-140BC0406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C3F4E-5170-4A1B-9BAB-E16079F08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46510-AFE6-4903-89F0-9AAF7E570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7B60B-DEFF-4C55-8294-B1CC7A5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1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E732-3AF6-4388-A920-8F08566F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C3342-ED42-40E1-B2D9-557DC1260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87FC4-3932-4277-8227-5CABFD06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A7525-2BB7-4BF7-85DA-1A5853EA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EA153-00F3-4081-99AD-C568F79D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3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B397-2D45-409E-932A-E7FB24A7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2ADEE-805C-4125-BF8E-A2B5981EB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DB375-7C48-4113-9311-81AC47A07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AD8C9-EDA9-4057-A590-E8F2136F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370DB-4257-4E5E-84B5-FEFD40E1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82CC8-EF50-48EB-BB23-6BA36857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8B70-4516-4AFD-8142-FE5A853E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37B9C-7BA4-4FB2-AD12-024676764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809F0-D3F9-471E-82CE-E095728E4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1639A-4108-4FED-962D-C1F615C8C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8FA18-D5D9-4F71-85C4-8AC806EE5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48D48-5D56-4345-8E2A-29B61578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A138F-C81B-4B6B-9F03-A3B3D1D7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3AB32-B772-4FF0-88EB-A9059E44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9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D6B1-0A3C-4733-9DCA-443A13AA1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FDDDB-748A-4EB5-9C2A-2D218E8B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B185E-DF9B-4E62-9561-ECD8E1BD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CDC28-1AFF-4617-A93B-1CF25A3B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2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7244B6-6CA9-478D-AD02-D267356A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1A76D-F7BE-427D-A7AD-517658D4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4D15C-8464-4D85-9EAB-FB2A3235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0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AFC3-F416-4FF0-B45C-2E384AAD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99B10-3471-4E6B-896A-FFD9E8EB7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25D77-CD9D-4CD4-B7A3-759A20036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4A8B-DED8-4236-9DA8-A258F49D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CC99D-345E-4D1B-A4D0-2A2518171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95D96-8EE3-42FB-B785-BC1F0746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04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0E94-0CB2-459A-91FF-C30A18FA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6A8E8-5F27-42E1-9644-534B1461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90DEC-D07D-4FF6-871E-C46B9FA11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E4FB1-DB63-4B22-95E3-84D0867A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6DFAF-CEAE-4152-B4D0-B761D5683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025AA-7C15-48B3-9BF3-4B6DF600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6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A994-BB4C-4CB5-8FDC-D75D2D31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80D63-4936-4E62-8D0F-9191C39D6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8959A-AA50-426E-9EE3-7F2D28F4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EB27-E64E-4244-8959-6D967591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B4797-7C75-4278-970F-1254AE4C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3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6153D-D2EC-4DF6-B872-FB044C3EE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1E41F-1330-4E44-9171-5B14B3806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1091E-0F7C-40E6-A585-4615BA53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D1AB-FA4D-494D-B40C-96F365F0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E5E07-2C58-4553-B1F5-01A06367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2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554D1-4C2D-41EC-B9DC-B272A079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8710B-1E18-4A3E-BB1B-997C11D30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84EAA-D811-460C-8EB4-0F0C3CB9D9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8835C-7DDC-44BF-9D94-36A16DB9BFA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26A51-A4BC-4843-8BA8-62ADECF92A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5B43E-530D-4A37-B09B-973902301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41992-A004-466A-9B06-BE6DAE2DB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7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E2B4-54D2-4065-BB9D-745A68007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Armeta</a:t>
            </a:r>
            <a:r>
              <a:rPr lang="en-US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4A672-0AFD-4D11-9EC0-04992EBB8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Serikov Daniyar</a:t>
            </a:r>
          </a:p>
        </p:txBody>
      </p:sp>
    </p:spTree>
    <p:extLst>
      <p:ext uri="{BB962C8B-B14F-4D97-AF65-F5344CB8AC3E}">
        <p14:creationId xmlns:p14="http://schemas.microsoft.com/office/powerpoint/2010/main" val="418476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3158-B0A4-4B94-93A1-B14E7D21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E7B0-06DA-4DAF-A2CC-579E68C94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BD62C-7279-46F4-B7BD-94EC531F1479}"/>
              </a:ext>
            </a:extLst>
          </p:cNvPr>
          <p:cNvSpPr txBox="1"/>
          <p:nvPr/>
        </p:nvSpPr>
        <p:spPr>
          <a:xfrm>
            <a:off x="4244340" y="116684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📄 PDF Upload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🖥️ </a:t>
            </a:r>
            <a:r>
              <a:rPr lang="en-US" dirty="0" err="1"/>
              <a:t>Streamlit</a:t>
            </a:r>
            <a:r>
              <a:rPr lang="en-US" dirty="0"/>
              <a:t> (app.py)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🔧 detectors.py</a:t>
            </a:r>
          </a:p>
          <a:p>
            <a:r>
              <a:rPr lang="en-US" dirty="0"/>
              <a:t>     • Convert PDF → images</a:t>
            </a:r>
          </a:p>
          <a:p>
            <a:r>
              <a:rPr lang="en-US" dirty="0"/>
              <a:t>     • YOLO detects </a:t>
            </a:r>
            <a:r>
              <a:rPr lang="en-US" dirty="0" err="1"/>
              <a:t>qr</a:t>
            </a:r>
            <a:r>
              <a:rPr lang="en-US" dirty="0"/>
              <a:t>/seal/sign</a:t>
            </a:r>
          </a:p>
          <a:p>
            <a:r>
              <a:rPr lang="en-US" dirty="0"/>
              <a:t>     • Draw colored boxes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🖼️ Annotated pages + detection data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📑 app.py creates annotated PDF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⬇️ User downloads:</a:t>
            </a:r>
          </a:p>
          <a:p>
            <a:r>
              <a:rPr lang="en-US" dirty="0"/>
              <a:t>   - 🟩 &lt;file&gt;_annotated.pdf</a:t>
            </a:r>
          </a:p>
          <a:p>
            <a:r>
              <a:rPr lang="en-US" dirty="0"/>
              <a:t>   - 🟦 &lt;file&gt;_</a:t>
            </a:r>
            <a:r>
              <a:rPr lang="en-US" dirty="0" err="1"/>
              <a:t>detections.json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08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3158-B0A4-4B94-93A1-B14E7D21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E7B0-06DA-4DAF-A2CC-579E68C94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📥 Collect datasets (</a:t>
            </a:r>
            <a:r>
              <a:rPr lang="en-US" dirty="0" err="1"/>
              <a:t>Roboflow</a:t>
            </a:r>
            <a:r>
              <a:rPr lang="en-US" dirty="0"/>
              <a:t>)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🖊️ Annotate / augment datasets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🤖 Train YOLOv8s on multiple dataset variants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💾 Save weights for each model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🔎 Run inference tests on real document samples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🏆 Select the model that detects ALL:</a:t>
            </a:r>
          </a:p>
          <a:p>
            <a:r>
              <a:rPr lang="en-US" dirty="0"/>
              <a:t>       - QR codes</a:t>
            </a:r>
          </a:p>
          <a:p>
            <a:r>
              <a:rPr lang="en-US" dirty="0"/>
              <a:t>       - Seals</a:t>
            </a:r>
          </a:p>
          <a:p>
            <a:r>
              <a:rPr lang="en-US" dirty="0"/>
              <a:t>       - Signatures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🔧 Integrate final model into </a:t>
            </a:r>
            <a:r>
              <a:rPr lang="en-US" dirty="0" err="1"/>
              <a:t>Streamlit</a:t>
            </a:r>
            <a:r>
              <a:rPr lang="en-US" dirty="0"/>
              <a:t>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91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F7D0-EB41-4F8C-AC6D-14696F98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4A00B2-3651-4ED8-B331-FAE6E38B6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4195"/>
            <a:ext cx="10515600" cy="4074197"/>
          </a:xfrm>
        </p:spPr>
      </p:pic>
    </p:spTree>
    <p:extLst>
      <p:ext uri="{BB962C8B-B14F-4D97-AF65-F5344CB8AC3E}">
        <p14:creationId xmlns:p14="http://schemas.microsoft.com/office/powerpoint/2010/main" val="236168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F7D0-EB41-4F8C-AC6D-14696F98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106915-B79C-4D5E-B4A3-0E169FFD2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9391"/>
            <a:ext cx="10515600" cy="4163806"/>
          </a:xfrm>
        </p:spPr>
      </p:pic>
    </p:spTree>
    <p:extLst>
      <p:ext uri="{BB962C8B-B14F-4D97-AF65-F5344CB8AC3E}">
        <p14:creationId xmlns:p14="http://schemas.microsoft.com/office/powerpoint/2010/main" val="428497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F7D0-EB41-4F8C-AC6D-14696F98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A16D00-39F1-4107-935C-89223C04C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421" y="1825625"/>
            <a:ext cx="6459158" cy="4351338"/>
          </a:xfrm>
        </p:spPr>
      </p:pic>
    </p:spTree>
    <p:extLst>
      <p:ext uri="{BB962C8B-B14F-4D97-AF65-F5344CB8AC3E}">
        <p14:creationId xmlns:p14="http://schemas.microsoft.com/office/powerpoint/2010/main" val="2020609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9C1C-AB21-47BF-95EE-6857BC6F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Seals and Stamps training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B3C850-0CCF-4F90-8D2E-4F060CFA4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1678" y="1825625"/>
            <a:ext cx="7588644" cy="4351338"/>
          </a:xfrm>
        </p:spPr>
      </p:pic>
    </p:spTree>
    <p:extLst>
      <p:ext uri="{BB962C8B-B14F-4D97-AF65-F5344CB8AC3E}">
        <p14:creationId xmlns:p14="http://schemas.microsoft.com/office/powerpoint/2010/main" val="266134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4DB0-DC58-4816-9CEF-630883D4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Signatures Training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595F05-765B-4E29-91CE-3AE817A9F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6480" y="1617917"/>
            <a:ext cx="7757153" cy="4566666"/>
          </a:xfrm>
        </p:spPr>
      </p:pic>
    </p:spTree>
    <p:extLst>
      <p:ext uri="{BB962C8B-B14F-4D97-AF65-F5344CB8AC3E}">
        <p14:creationId xmlns:p14="http://schemas.microsoft.com/office/powerpoint/2010/main" val="363370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Armeta AI</vt:lpstr>
      <vt:lpstr>Methodology</vt:lpstr>
      <vt:lpstr>Methodology</vt:lpstr>
      <vt:lpstr>Results</vt:lpstr>
      <vt:lpstr>Results</vt:lpstr>
      <vt:lpstr>Results</vt:lpstr>
      <vt:lpstr>Seals and Stamps training results</vt:lpstr>
      <vt:lpstr>Signatures Training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Armeta AI</dc:title>
  <dc:creator>Daniyar Serikov</dc:creator>
  <cp:lastModifiedBy>Daniyar Serikov</cp:lastModifiedBy>
  <cp:revision>5</cp:revision>
  <dcterms:created xsi:type="dcterms:W3CDTF">2025-11-15T23:34:01Z</dcterms:created>
  <dcterms:modified xsi:type="dcterms:W3CDTF">2025-11-16T07:17:54Z</dcterms:modified>
</cp:coreProperties>
</file>